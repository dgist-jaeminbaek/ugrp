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4"/>
  </p:notesMasterIdLst>
  <p:sldIdLst>
    <p:sldId id="297" r:id="rId5"/>
    <p:sldId id="298" r:id="rId6"/>
    <p:sldId id="314" r:id="rId7"/>
    <p:sldId id="306" r:id="rId8"/>
    <p:sldId id="316" r:id="rId9"/>
    <p:sldId id="318" r:id="rId10"/>
    <p:sldId id="313" r:id="rId11"/>
    <p:sldId id="317" r:id="rId12"/>
    <p:sldId id="29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B9DA"/>
    <a:srgbClr val="9437FF"/>
    <a:srgbClr val="D883FF"/>
    <a:srgbClr val="394249"/>
    <a:srgbClr val="357083"/>
    <a:srgbClr val="C5423A"/>
    <a:srgbClr val="E98131"/>
    <a:srgbClr val="428586"/>
    <a:srgbClr val="FD1B00"/>
    <a:srgbClr val="5A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F2D6F-AFC0-4772-8EC6-A6877831324F}" v="9" dt="2026-07-06T03:44:33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76179" autoAdjust="0"/>
  </p:normalViewPr>
  <p:slideViewPr>
    <p:cSldViewPr snapToGrid="0">
      <p:cViewPr varScale="1">
        <p:scale>
          <a:sx n="61" d="100"/>
          <a:sy n="61" d="100"/>
        </p:scale>
        <p:origin x="884" y="5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보민 강" userId="4cb0c249e522493c" providerId="LiveId" clId="{B8FB31E2-D752-4BFA-8748-7F34CF79D9FE}"/>
    <pc:docChg chg="undo custSel addSld delSld modSld sldOrd">
      <pc:chgData name="보민 강" userId="4cb0c249e522493c" providerId="LiveId" clId="{B8FB31E2-D752-4BFA-8748-7F34CF79D9FE}" dt="2026-07-06T03:54:52.187" v="3606" actId="20577"/>
      <pc:docMkLst>
        <pc:docMk/>
      </pc:docMkLst>
      <pc:sldChg chg="addSp delSp mod">
        <pc:chgData name="보민 강" userId="4cb0c249e522493c" providerId="LiveId" clId="{B8FB31E2-D752-4BFA-8748-7F34CF79D9FE}" dt="2026-06-28T23:50:28.914" v="158" actId="478"/>
        <pc:sldMkLst>
          <pc:docMk/>
          <pc:sldMk cId="697189010" sldId="296"/>
        </pc:sldMkLst>
      </pc:sldChg>
      <pc:sldChg chg="modSp add del mod">
        <pc:chgData name="보민 강" userId="4cb0c249e522493c" providerId="LiveId" clId="{B8FB31E2-D752-4BFA-8748-7F34CF79D9FE}" dt="2026-07-06T03:03:06.125" v="2363"/>
        <pc:sldMkLst>
          <pc:docMk/>
          <pc:sldMk cId="2590138277" sldId="297"/>
        </pc:sldMkLst>
        <pc:spChg chg="mod">
          <ac:chgData name="보민 강" userId="4cb0c249e522493c" providerId="LiveId" clId="{B8FB31E2-D752-4BFA-8748-7F34CF79D9FE}" dt="2026-07-06T03:03:06.125" v="2363"/>
          <ac:spMkLst>
            <pc:docMk/>
            <pc:sldMk cId="2590138277" sldId="297"/>
            <ac:spMk id="2" creationId="{6AA77925-10AA-771F-DCE6-442FCCB9CA33}"/>
          </ac:spMkLst>
        </pc:spChg>
      </pc:sldChg>
      <pc:sldChg chg="addSp delSp modSp add del mod modNotesTx">
        <pc:chgData name="보민 강" userId="4cb0c249e522493c" providerId="LiveId" clId="{B8FB31E2-D752-4BFA-8748-7F34CF79D9FE}" dt="2026-07-06T03:13:13.805" v="3051" actId="20577"/>
        <pc:sldMkLst>
          <pc:docMk/>
          <pc:sldMk cId="2090704640" sldId="298"/>
        </pc:sldMkLst>
        <pc:spChg chg="mod">
          <ac:chgData name="보민 강" userId="4cb0c249e522493c" providerId="LiveId" clId="{B8FB31E2-D752-4BFA-8748-7F34CF79D9FE}" dt="2026-07-06T03:10:51.796" v="2872" actId="20577"/>
          <ac:spMkLst>
            <pc:docMk/>
            <pc:sldMk cId="2090704640" sldId="298"/>
            <ac:spMk id="2" creationId="{DE7B9931-B3B7-B150-E4A7-1088316C2B26}"/>
          </ac:spMkLst>
        </pc:spChg>
        <pc:spChg chg="mod">
          <ac:chgData name="보민 강" userId="4cb0c249e522493c" providerId="LiveId" clId="{B8FB31E2-D752-4BFA-8748-7F34CF79D9FE}" dt="2026-07-06T03:03:20.368" v="2372" actId="20577"/>
          <ac:spMkLst>
            <pc:docMk/>
            <pc:sldMk cId="2090704640" sldId="298"/>
            <ac:spMk id="3" creationId="{77C7854C-C8B0-C204-64A1-852D07BFD440}"/>
          </ac:spMkLst>
        </pc:spChg>
        <pc:picChg chg="add del mod">
          <ac:chgData name="보민 강" userId="4cb0c249e522493c" providerId="LiveId" clId="{B8FB31E2-D752-4BFA-8748-7F34CF79D9FE}" dt="2026-07-06T03:03:22.474" v="2373" actId="478"/>
          <ac:picMkLst>
            <pc:docMk/>
            <pc:sldMk cId="2090704640" sldId="298"/>
            <ac:picMk id="5" creationId="{18D4D764-7E6B-4B55-A6D2-823954A0C704}"/>
          </ac:picMkLst>
        </pc:picChg>
      </pc:sldChg>
      <pc:sldChg chg="delSp modSp add del mod">
        <pc:chgData name="보민 강" userId="4cb0c249e522493c" providerId="LiveId" clId="{B8FB31E2-D752-4BFA-8748-7F34CF79D9FE}" dt="2026-07-06T03:48:30.659" v="3452" actId="47"/>
        <pc:sldMkLst>
          <pc:docMk/>
          <pc:sldMk cId="1042512246" sldId="299"/>
        </pc:sldMkLst>
      </pc:sldChg>
      <pc:sldChg chg="modSp add del mod ord">
        <pc:chgData name="보민 강" userId="4cb0c249e522493c" providerId="LiveId" clId="{B8FB31E2-D752-4BFA-8748-7F34CF79D9FE}" dt="2026-07-06T03:03:39.282" v="2382" actId="47"/>
        <pc:sldMkLst>
          <pc:docMk/>
          <pc:sldMk cId="2417507081" sldId="300"/>
        </pc:sldMkLst>
      </pc:sldChg>
      <pc:sldChg chg="addSp delSp modSp add del mod ord modNotesTx">
        <pc:chgData name="보민 강" userId="4cb0c249e522493c" providerId="LiveId" clId="{B8FB31E2-D752-4BFA-8748-7F34CF79D9FE}" dt="2026-07-06T03:03:39.958" v="2383" actId="47"/>
        <pc:sldMkLst>
          <pc:docMk/>
          <pc:sldMk cId="936268489" sldId="301"/>
        </pc:sldMkLst>
      </pc:sldChg>
      <pc:sldChg chg="modSp add del mod ord">
        <pc:chgData name="보민 강" userId="4cb0c249e522493c" providerId="LiveId" clId="{B8FB31E2-D752-4BFA-8748-7F34CF79D9FE}" dt="2026-07-06T03:03:40.432" v="2384" actId="47"/>
        <pc:sldMkLst>
          <pc:docMk/>
          <pc:sldMk cId="973300208" sldId="302"/>
        </pc:sldMkLst>
      </pc:sldChg>
      <pc:sldChg chg="modSp add del mod ord">
        <pc:chgData name="보민 강" userId="4cb0c249e522493c" providerId="LiveId" clId="{B8FB31E2-D752-4BFA-8748-7F34CF79D9FE}" dt="2026-07-06T03:03:40.989" v="2385" actId="47"/>
        <pc:sldMkLst>
          <pc:docMk/>
          <pc:sldMk cId="1796968584" sldId="303"/>
        </pc:sldMkLst>
      </pc:sldChg>
      <pc:sldChg chg="addSp delSp modSp add del mod ord modNotesTx">
        <pc:chgData name="보민 강" userId="4cb0c249e522493c" providerId="LiveId" clId="{B8FB31E2-D752-4BFA-8748-7F34CF79D9FE}" dt="2026-07-06T03:03:41.479" v="2386" actId="47"/>
        <pc:sldMkLst>
          <pc:docMk/>
          <pc:sldMk cId="3880439985" sldId="304"/>
        </pc:sldMkLst>
      </pc:sldChg>
      <pc:sldChg chg="modSp add del mod ord">
        <pc:chgData name="보민 강" userId="4cb0c249e522493c" providerId="LiveId" clId="{B8FB31E2-D752-4BFA-8748-7F34CF79D9FE}" dt="2026-07-06T03:03:42.259" v="2387" actId="47"/>
        <pc:sldMkLst>
          <pc:docMk/>
          <pc:sldMk cId="1917065141" sldId="305"/>
        </pc:sldMkLst>
      </pc:sldChg>
      <pc:sldChg chg="addSp modSp add mod modNotesTx">
        <pc:chgData name="보민 강" userId="4cb0c249e522493c" providerId="LiveId" clId="{B8FB31E2-D752-4BFA-8748-7F34CF79D9FE}" dt="2026-07-06T03:34:10.316" v="3292" actId="20577"/>
        <pc:sldMkLst>
          <pc:docMk/>
          <pc:sldMk cId="2941124936" sldId="306"/>
        </pc:sldMkLst>
        <pc:spChg chg="mod">
          <ac:chgData name="보민 강" userId="4cb0c249e522493c" providerId="LiveId" clId="{B8FB31E2-D752-4BFA-8748-7F34CF79D9FE}" dt="2026-07-06T03:11:57.128" v="2930" actId="20577"/>
          <ac:spMkLst>
            <pc:docMk/>
            <pc:sldMk cId="2941124936" sldId="306"/>
            <ac:spMk id="2" creationId="{88E4E29B-C4DD-27FF-939D-6686626F3715}"/>
          </ac:spMkLst>
        </pc:spChg>
        <pc:spChg chg="mod">
          <ac:chgData name="보민 강" userId="4cb0c249e522493c" providerId="LiveId" clId="{B8FB31E2-D752-4BFA-8748-7F34CF79D9FE}" dt="2026-07-06T03:34:10.316" v="3292" actId="20577"/>
          <ac:spMkLst>
            <pc:docMk/>
            <pc:sldMk cId="2941124936" sldId="306"/>
            <ac:spMk id="3" creationId="{8A1C4AE7-BBAB-615A-3903-CC499DF3BFF0}"/>
          </ac:spMkLst>
        </pc:spChg>
        <pc:picChg chg="add mod">
          <ac:chgData name="보민 강" userId="4cb0c249e522493c" providerId="LiveId" clId="{B8FB31E2-D752-4BFA-8748-7F34CF79D9FE}" dt="2026-07-06T03:11:37.468" v="2910" actId="1036"/>
          <ac:picMkLst>
            <pc:docMk/>
            <pc:sldMk cId="2941124936" sldId="306"/>
            <ac:picMk id="6" creationId="{FAC7B2D4-A555-8689-33F5-5EE2A322BF51}"/>
          </ac:picMkLst>
        </pc:picChg>
      </pc:sldChg>
      <pc:sldChg chg="addSp modSp add mod modNotesTx">
        <pc:chgData name="보민 강" userId="4cb0c249e522493c" providerId="LiveId" clId="{B8FB31E2-D752-4BFA-8748-7F34CF79D9FE}" dt="2026-07-06T03:54:52.187" v="3606" actId="20577"/>
        <pc:sldMkLst>
          <pc:docMk/>
          <pc:sldMk cId="2458344698" sldId="307"/>
        </pc:sldMkLst>
        <pc:spChg chg="mod">
          <ac:chgData name="보민 강" userId="4cb0c249e522493c" providerId="LiveId" clId="{B8FB31E2-D752-4BFA-8748-7F34CF79D9FE}" dt="2026-07-06T03:34:01.200" v="3284" actId="20577"/>
          <ac:spMkLst>
            <pc:docMk/>
            <pc:sldMk cId="2458344698" sldId="307"/>
            <ac:spMk id="3" creationId="{825D971B-8AA7-8798-A8A5-44EB7945DC18}"/>
          </ac:spMkLst>
        </pc:spChg>
        <pc:picChg chg="add mod">
          <ac:chgData name="보민 강" userId="4cb0c249e522493c" providerId="LiveId" clId="{B8FB31E2-D752-4BFA-8748-7F34CF79D9FE}" dt="2026-07-06T03:17:15.805" v="3276" actId="1036"/>
          <ac:picMkLst>
            <pc:docMk/>
            <pc:sldMk cId="2458344698" sldId="307"/>
            <ac:picMk id="6" creationId="{F35D8669-751B-5198-3967-B199FD3AA7B8}"/>
          </ac:picMkLst>
        </pc:picChg>
      </pc:sldChg>
      <pc:sldChg chg="addSp delSp modSp add mod">
        <pc:chgData name="보민 강" userId="4cb0c249e522493c" providerId="LiveId" clId="{B8FB31E2-D752-4BFA-8748-7F34CF79D9FE}" dt="2026-07-06T03:40:16.622" v="3313" actId="14100"/>
        <pc:sldMkLst>
          <pc:docMk/>
          <pc:sldMk cId="1533537548" sldId="308"/>
        </pc:sldMkLst>
        <pc:spChg chg="mod">
          <ac:chgData name="보민 강" userId="4cb0c249e522493c" providerId="LiveId" clId="{B8FB31E2-D752-4BFA-8748-7F34CF79D9FE}" dt="2026-07-06T03:40:10.352" v="3312" actId="20577"/>
          <ac:spMkLst>
            <pc:docMk/>
            <pc:sldMk cId="1533537548" sldId="308"/>
            <ac:spMk id="2" creationId="{C323D80E-393E-5FA2-ABBA-D4615D0D6779}"/>
          </ac:spMkLst>
        </pc:spChg>
        <pc:spChg chg="mod">
          <ac:chgData name="보민 강" userId="4cb0c249e522493c" providerId="LiveId" clId="{B8FB31E2-D752-4BFA-8748-7F34CF79D9FE}" dt="2026-07-06T03:39:50.665" v="3306" actId="20577"/>
          <ac:spMkLst>
            <pc:docMk/>
            <pc:sldMk cId="1533537548" sldId="308"/>
            <ac:spMk id="3" creationId="{81E25F9E-5C1D-4FC9-2F27-D4C4895239E1}"/>
          </ac:spMkLst>
        </pc:spChg>
        <pc:picChg chg="del">
          <ac:chgData name="보민 강" userId="4cb0c249e522493c" providerId="LiveId" clId="{B8FB31E2-D752-4BFA-8748-7F34CF79D9FE}" dt="2026-07-06T03:39:44.306" v="3294" actId="478"/>
          <ac:picMkLst>
            <pc:docMk/>
            <pc:sldMk cId="1533537548" sldId="308"/>
            <ac:picMk id="6" creationId="{9DDC129F-87AD-6C46-EC35-BD94F1D9F252}"/>
          </ac:picMkLst>
        </pc:picChg>
        <pc:picChg chg="add mod">
          <ac:chgData name="보민 강" userId="4cb0c249e522493c" providerId="LiveId" clId="{B8FB31E2-D752-4BFA-8748-7F34CF79D9FE}" dt="2026-07-06T03:40:16.622" v="3313" actId="14100"/>
          <ac:picMkLst>
            <pc:docMk/>
            <pc:sldMk cId="1533537548" sldId="308"/>
            <ac:picMk id="7" creationId="{0961E412-8122-B2DF-7ED2-64D42A0794D2}"/>
          </ac:picMkLst>
        </pc:picChg>
      </pc:sldChg>
      <pc:sldChg chg="addSp delSp modSp add mod">
        <pc:chgData name="보민 강" userId="4cb0c249e522493c" providerId="LiveId" clId="{B8FB31E2-D752-4BFA-8748-7F34CF79D9FE}" dt="2026-07-06T03:45:02.028" v="3451" actId="1036"/>
        <pc:sldMkLst>
          <pc:docMk/>
          <pc:sldMk cId="4067325210" sldId="309"/>
        </pc:sldMkLst>
        <pc:spChg chg="mod">
          <ac:chgData name="보민 강" userId="4cb0c249e522493c" providerId="LiveId" clId="{B8FB31E2-D752-4BFA-8748-7F34CF79D9FE}" dt="2026-07-06T03:44:47.420" v="3399" actId="20577"/>
          <ac:spMkLst>
            <pc:docMk/>
            <pc:sldMk cId="4067325210" sldId="309"/>
            <ac:spMk id="2" creationId="{40EAAC1B-2BDD-DE22-4598-92301561785E}"/>
          </ac:spMkLst>
        </pc:spChg>
        <pc:picChg chg="add mod">
          <ac:chgData name="보민 강" userId="4cb0c249e522493c" providerId="LiveId" clId="{B8FB31E2-D752-4BFA-8748-7F34CF79D9FE}" dt="2026-07-06T03:44:53.930" v="3431" actId="1035"/>
          <ac:picMkLst>
            <pc:docMk/>
            <pc:sldMk cId="4067325210" sldId="309"/>
            <ac:picMk id="6" creationId="{09ACC4AE-9F36-A3CA-5EAC-F366CE40ED8A}"/>
          </ac:picMkLst>
        </pc:picChg>
        <pc:picChg chg="del">
          <ac:chgData name="보민 강" userId="4cb0c249e522493c" providerId="LiveId" clId="{B8FB31E2-D752-4BFA-8748-7F34CF79D9FE}" dt="2026-07-06T03:42:16.473" v="3315" actId="478"/>
          <ac:picMkLst>
            <pc:docMk/>
            <pc:sldMk cId="4067325210" sldId="309"/>
            <ac:picMk id="7" creationId="{20B5EBD7-F446-5FBC-05B0-7B49345039E6}"/>
          </ac:picMkLst>
        </pc:picChg>
        <pc:picChg chg="add mod">
          <ac:chgData name="보민 강" userId="4cb0c249e522493c" providerId="LiveId" clId="{B8FB31E2-D752-4BFA-8748-7F34CF79D9FE}" dt="2026-07-06T03:45:02.028" v="3451" actId="1036"/>
          <ac:picMkLst>
            <pc:docMk/>
            <pc:sldMk cId="4067325210" sldId="309"/>
            <ac:picMk id="9" creationId="{E1FAD1B0-FD8A-ABFB-D0A8-5292ABF575D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384E1-C4FA-45CB-A5B7-626EB8B6187D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997F2-B095-45DD-B73A-C576BCFB58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9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Latency </a:t>
            </a:r>
            <a:r>
              <a:rPr lang="ko-KR" altLang="en-US" dirty="0"/>
              <a:t>문제 해결 알고리즘 소개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899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17FE-8694-5C16-8CEC-DA5A00F3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2DD140-5A87-AF3C-2D39-B898935BC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4FDFF2-9B11-5CDC-8CDE-9B7719CA2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Latency </a:t>
            </a:r>
            <a:r>
              <a:rPr lang="ko-KR" altLang="en-US" dirty="0"/>
              <a:t>문제 해결 알고리즘 소개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F6C90-EFE9-4796-78C6-23515F456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424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2E23-E607-64EB-B04E-37FF44AA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156645-90F8-47E1-46BB-DFD305E8B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4813F7D1-20F0-CF1D-06AF-6C4132AC5DA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ko-KR" dirty="0"/>
                  <a:t>겹치는 구간 중 고정된 지연 시간 구간(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𝑖</m:t>
                    </m:r>
                    <m:r>
                      <a:rPr lang="ko-KR" alt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&lt;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ko-KR" altLang="ko-KR" dirty="0"/>
                  <a:t>)에는 가중치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ko-KR" dirty="0"/>
                  <a:t>을 부여하고, 중간 구간(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  <m:r>
                      <a:rPr lang="ko-KR" alt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≤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𝑖</m:t>
                    </m:r>
                    <m:r>
                      <a:rPr lang="ko-KR" alt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&lt;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𝐻</m:t>
                    </m:r>
                    <m:r>
                      <a:rPr lang="ko-KR" alt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−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lang="ko-KR" altLang="ko-KR" dirty="0"/>
                  <a:t>)에는 지수 함수를 따라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ko-KR" dirty="0"/>
                  <a:t>에서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ko-KR" altLang="ko-KR" dirty="0"/>
                  <a:t>으로 서서히 감소하는 가중치를 적용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4813F7D1-20F0-CF1D-06AF-6C4132AC5DA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ko-KR" dirty="0"/>
                  <a:t>겹치는 구간 중 고정된 지연 시간 구간(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𝑖&lt;𝑑</a:t>
                </a:r>
                <a:r>
                  <a:rPr lang="ko-KR" altLang="ko-KR" dirty="0"/>
                  <a:t>)에는 가중치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ko-KR" dirty="0"/>
                  <a:t>을 부여하고, 중간 구간(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𝑑≤𝑖&lt;𝐻−𝑠</a:t>
                </a:r>
                <a:r>
                  <a:rPr lang="ko-KR" altLang="ko-KR" dirty="0"/>
                  <a:t>)에는 지수 함수를 따라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ko-KR" dirty="0"/>
                  <a:t>에서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ko-KR" altLang="ko-KR" dirty="0"/>
                  <a:t>으로 서서히 감소하는 가중치를 적용</a:t>
                </a:r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778B4F-F460-DD62-5291-C04284253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08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5DB72-5B87-F3D6-AD9C-5A1753ED7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510A24-DBF3-3F36-DF85-F7E1083B0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AAAE377F-881A-6280-FC54-64C650E881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Real Time Chunk</a:t>
                </a:r>
              </a:p>
              <a:p>
                <a:r>
                  <a:rPr lang="ko-KR" altLang="en-US" dirty="0"/>
                  <a:t>컨트롤러는 </a:t>
                </a:r>
                <a:r>
                  <a:rPr lang="en-US" altLang="ko-KR" dirty="0" err="1"/>
                  <a:t>GetAction</a:t>
                </a:r>
                <a:r>
                  <a:rPr lang="ko-KR" altLang="en-US" dirty="0"/>
                  <a:t>을 통해 알고리즘과 </a:t>
                </a:r>
                <a:r>
                  <a:rPr lang="ko-KR" altLang="en-US" dirty="0" err="1"/>
                  <a:t>인터페이스하며</a:t>
                </a:r>
                <a:r>
                  <a:rPr lang="en-US" altLang="ko-KR" dirty="0"/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이는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  <m: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소비하고 다음 관측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𝑜</m:t>
                        </m:r>
                      </m:e>
                      <m:sub>
                        <m:r>
                          <a:rPr lang="ko-KR" alt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제공하기 위해 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Δ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마다 호출된다.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nference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oop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행동이 항상 사용 가능하도록 백그라운드 스레드에서 실행된다. 이것은 과거 지연들의 버퍼를 유지함으로써 다음 지연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예측한다.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실행 구간(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execution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horizon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청크마다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바뀔 수 있다. 사용자가 최소한으로 원하는 구간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</m:t>
                        </m:r>
                      </m:e>
                      <m:sub>
                        <m:r>
                          <a:rPr lang="en-US" altLang="ko-KR" sz="1200" b="0" i="1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제공하면, 주어진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대한 실제 구간은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ko-KR" altLang="ko-KR" sz="120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ko-KR" altLang="ko-KR" sz="1200" i="0" kern="1200" dirty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ko-KR" altLang="ko-KR" sz="12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ko-KR" altLang="ko-KR" sz="1200" i="1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𝑑</m:t>
                            </m:r>
                            <m:r>
                              <a:rPr lang="ko-KR" altLang="ko-KR" sz="1200" i="0" kern="1200" dirty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ko-KR" altLang="ko-KR" sz="12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lang="ko-KR" altLang="ko-KR" sz="1200" i="1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ko-KR" altLang="ko-KR" sz="1200" i="0" kern="1200" dirty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min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되며 여기서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다음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계산할 때 발생하는 지연이다. 마지막으로, 알고리즘은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uided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nference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소프트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마스킹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절차가 포함된 인페인팅을 설명하는데, 이는 명시적으로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디노이징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함수(방정식 3)를 정의하고 벡터-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야코비안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곱을 계산하며, 이는 역방향 자동 미분(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reverse-mode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autodifferentiation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)을 통해 수행할 수 있다.</a:t>
                </a:r>
                <a:r>
                  <a:rPr lang="ko-KR" altLang="ko-KR" dirty="0"/>
                  <a:t> 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AAAE377F-881A-6280-FC54-64C650E881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Real Time Chunk</a:t>
                </a:r>
              </a:p>
              <a:p>
                <a:r>
                  <a:rPr lang="ko-KR" altLang="en-US" dirty="0"/>
                  <a:t>컨트롤러는 </a:t>
                </a:r>
                <a:r>
                  <a:rPr lang="en-US" altLang="ko-KR" dirty="0" err="1"/>
                  <a:t>GetAction</a:t>
                </a:r>
                <a:r>
                  <a:rPr lang="ko-KR" altLang="en-US" dirty="0"/>
                  <a:t>을 통해 알고리즘과 </a:t>
                </a:r>
                <a:r>
                  <a:rPr lang="ko-KR" altLang="en-US" dirty="0" err="1"/>
                  <a:t>인터페이스하며</a:t>
                </a:r>
                <a:r>
                  <a:rPr lang="en-US" altLang="ko-KR" dirty="0"/>
                  <a:t>, 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이는 행동 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𝑎</a:t>
                </a:r>
                <a:r>
                  <a:rPr lang="ko-KR" alt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_(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𝑡−1</a:t>
                </a:r>
                <a:r>
                  <a:rPr lang="ko-KR" alt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소비하고 다음 관측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𝑜_𝑡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제공하기 위해 매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Δ𝑡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마다 호출된다.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nference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oop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행동이 항상 사용 가능하도록 백그라운드 스레드에서 실행된다. 이것은 과거 지연들의 버퍼를 유지함으로써 다음 지연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예측한다.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실행 구간(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execution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horizon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청크마다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바뀔 수 있다. 사용자가 최소한으로 원하는 구간 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𝑆</a:t>
                </a:r>
                <a:r>
                  <a:rPr lang="ko-KR" altLang="en-US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_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𝑚𝑖𝑛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제공하면, 주어진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청크에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대한 실제 구간은</a:t>
                </a:r>
                <a:r>
                  <a:rPr lang="ko-KR" altLang="ko-KR" sz="120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max⁡(𝑑,𝑠_min )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이 되며 여기서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는 다음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청크를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계산할 때 발생하는 지연이다. 마지막으로, 알고리즘은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uided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nference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소프트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마스킹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절차가 포함된 인페인팅을 설명하는데, 이는 명시적으로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디노이징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함수(방정식 3)를 정의하고 벡터-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야코비안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곱을 계산하며, 이는 역방향 자동 미분(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reverse-mode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autodifferentiation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)을 통해 수행할 수 있다.</a:t>
                </a:r>
                <a:r>
                  <a:rPr lang="ko-KR" altLang="ko-KR" dirty="0"/>
                  <a:t> 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A0AB2B-B4A4-0145-75E8-23FED894C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669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7618-78B8-44FC-2439-64CBDC3E3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24913-331C-8090-9020-AD470D568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5D832D6D-DA63-1459-7BD8-9FAF7E5D56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maskin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이용하여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cross-chunk continuity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실현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1과 0이 아닌 실수 가중치로 설정하는 소프트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마스킹을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통해 이를 수행한다. 처음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개의 행동은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가중치를 받고, 새로운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청크의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마지막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 행동은 이전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청크와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겹치지 않으므로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가중치를 받는다. 그 사이의 행동들은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14:m>
                  <m:oMath xmlns:m="http://schemas.openxmlformats.org/officeDocument/2006/math">
                    <m:r>
                      <a:rPr lang="ko-KR" altLang="en-US" sz="12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으로 지수적으로 감소하는 가중치를 받으며, 이는 미래로 갈수록 행동을 더 큰 불확실성으로 다루어야 한다는 사실을 반영한다. 그 결과 </a:t>
                </a:r>
                <a14:m>
                  <m:oMath xmlns:m="http://schemas.openxmlformats.org/officeDocument/2006/math">
                    <m:r>
                      <a:rPr lang="ko-KR" altLang="en-US" sz="1200" i="1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대한 표현식은 다음과 같이 주어진다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그래프를 보면 위와 같은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masking 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방법론을 사용하는 것이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hard masking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보다 더 기존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chunk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궤적을 잘 </a:t>
                </a:r>
                <a:r>
                  <a:rPr lang="ko-KR" alt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따라감을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알 수 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5D832D6D-DA63-1459-7BD8-9FAF7E5D56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</a:t>
                </a:r>
                <a:r>
                  <a:rPr lang="en-US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maskin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을 이용하여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cross-chunk continuity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실현</a:t>
                </a:r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를 1과 0이 아닌 실수 가중치로 설정하는 소프트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마스킹을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통해 이를 수행한다. 처음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개의 행동은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가중치를 받고, 새로운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청크의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마지막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개 행동은 이전 </a:t>
                </a:r>
                <a:r>
                  <a:rPr lang="ko-KR" altLang="ko-KR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청크와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겹치지 않으므로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가중치를 받는다. 그 사이의 행동들은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에서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으로 지수적으로 감소하는 가중치를 받으며, 이는 미래로 갈수록 행동을 더 큰 불확실성으로 다루어야 한다는 사실을 반영한다. 그 결과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ko-KR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에 대한 표현식은 다음과 같이 주어진다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altLang="ko-KR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그래프를 보면 위와 같은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soft masking 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방법론을 사용하는 것이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hard masking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보다 더 기존 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chunk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의 궤적을 잘 </a:t>
                </a:r>
                <a:r>
                  <a:rPr lang="ko-KR" alt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따라감을</a:t>
                </a:r>
                <a:r>
                  <a:rPr lang="ko-KR" alt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알 수 있다</a:t>
                </a:r>
                <a:r>
                  <a:rPr lang="en-US" altLang="ko-KR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  <a:endParaRPr lang="en-US" altLang="ko-KR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214072-3FDA-2380-4B46-A2E1A23CB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72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EA7BD-95D0-FE0B-A934-AA0032B2B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EB2092-15D3-777E-6620-5B6B75F4B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394DCF-1A81-49BC-F2F0-8062E6923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DC4442-BEE8-D75A-85B2-46E84090A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826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8CE9-C364-2312-62D5-E91D93D2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D0C9B9-EC51-1451-C537-05B598064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1D39D1-02FF-6EEE-94D6-2A932942E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6DD7C-1CDD-9050-CE32-12390486C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997F2-B095-45DD-B73A-C576BCFB585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150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4B837294-7E48-8DEF-BF1A-767058AC2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7492"/>
            <a:ext cx="10515600" cy="896720"/>
          </a:xfrm>
          <a:noFill/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kumimoji="1" lang="ko-KR" altLang="en-US" sz="4000" b="1" i="0" u="none" strike="noStrike" cap="none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lvl="0">
              <a:lnSpc>
                <a:spcPct val="150000"/>
              </a:lnSpc>
            </a:pPr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C0077F06-66A5-F2C3-1B96-04C1824D43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8064" y="4471475"/>
            <a:ext cx="7155872" cy="757130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kumimoji="1" lang="ko-KR" altLang="en-US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</a:lstStyle>
          <a:p>
            <a:pPr marL="228600" lvl="0" indent="-228600" algn="ctr"/>
            <a:r>
              <a:rPr kumimoji="1" lang="en-US" altLang="ko-KR" dirty="0"/>
              <a:t>Name</a:t>
            </a:r>
            <a:endParaRPr kumimoji="1"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DBA8E0-682F-D0C6-67C4-E1E31C0665B1}"/>
              </a:ext>
            </a:extLst>
          </p:cNvPr>
          <p:cNvGrpSpPr/>
          <p:nvPr userDrawn="1"/>
        </p:nvGrpSpPr>
        <p:grpSpPr>
          <a:xfrm>
            <a:off x="7876873" y="172574"/>
            <a:ext cx="4143369" cy="1015547"/>
            <a:chOff x="2392856" y="467461"/>
            <a:chExt cx="5790904" cy="1419362"/>
          </a:xfrm>
        </p:grpSpPr>
        <p:pic>
          <p:nvPicPr>
            <p:cNvPr id="5" name="Picture 9" descr="C:\Users\Administrator\Desktop\UI\ui_apply.jpg">
              <a:extLst>
                <a:ext uri="{FF2B5EF4-FFF2-40B4-BE49-F238E27FC236}">
                  <a16:creationId xmlns:a16="http://schemas.microsoft.com/office/drawing/2014/main" id="{2B0D3003-0BCC-3E39-7782-46939281245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907"/>
            <a:stretch/>
          </p:blipFill>
          <p:spPr bwMode="auto">
            <a:xfrm>
              <a:off x="2392856" y="696898"/>
              <a:ext cx="2800022" cy="914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제목 1">
              <a:extLst>
                <a:ext uri="{FF2B5EF4-FFF2-40B4-BE49-F238E27FC236}">
                  <a16:creationId xmlns:a16="http://schemas.microsoft.com/office/drawing/2014/main" id="{47C38D16-D862-606E-BB51-BF3F95CB06B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041501" y="619577"/>
              <a:ext cx="1142259" cy="1068664"/>
            </a:xfrm>
            <a:prstGeom prst="rect">
              <a:avLst/>
            </a:prstGeom>
          </p:spPr>
          <p:txBody>
            <a:bodyPr vert="horz" lIns="0" tIns="0" rIns="0" bIns="0" anchor="ctr">
              <a:noAutofit/>
            </a:bodyPr>
            <a:lstStyle>
              <a:lvl1pPr algn="l" rtl="0" eaLnBrk="1" latinLnBrk="1" hangingPunct="1">
                <a:spcBef>
                  <a:spcPct val="0"/>
                </a:spcBef>
                <a:buNone/>
                <a:defRPr kumimoji="0" sz="20400" b="0" kern="1200">
                  <a:ln>
                    <a:noFill/>
                  </a:ln>
                  <a:solidFill>
                    <a:schemeClr val="tx2"/>
                  </a:solidFill>
                  <a:effectLst/>
                  <a:latin typeface="+mj-lt"/>
                  <a:ea typeface="+mj-ea"/>
                  <a:cs typeface="+mj-cs"/>
                </a:defRPr>
              </a:lvl1pPr>
            </a:lstStyle>
            <a:p>
              <a:pPr defTabSz="914400"/>
              <a:r>
                <a:rPr lang="en-US" altLang="ko-KR" sz="2400" b="1" dirty="0">
                  <a:solidFill>
                    <a:srgbClr val="448584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I</a:t>
              </a:r>
              <a:r>
                <a:rPr lang="en-US" altLang="ko-KR" sz="2400" b="1" dirty="0">
                  <a:solidFill>
                    <a:schemeClr val="accent6">
                      <a:lumMod val="25000"/>
                    </a:schemeClr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S</a:t>
              </a:r>
              <a:r>
                <a:rPr lang="en-US" altLang="ko-KR" sz="2400" b="1" dirty="0">
                  <a:solidFill>
                    <a:srgbClr val="E25D32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L </a:t>
              </a:r>
              <a:br>
                <a:rPr lang="en-US" altLang="ko-KR" sz="2400" b="1" dirty="0">
                  <a:solidFill>
                    <a:srgbClr val="E25D32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</a:br>
              <a:r>
                <a:rPr lang="en-US" altLang="ko-KR" sz="2400" dirty="0">
                  <a:solidFill>
                    <a:schemeClr val="tx1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Lab</a:t>
              </a:r>
              <a:endParaRPr lang="ko-KR" altLang="en-US" sz="2400" dirty="0">
                <a:solidFill>
                  <a:schemeClr val="tx1"/>
                </a:solidFill>
                <a:latin typeface="OCRB" panose="020F0502020204030204" pitchFamily="34" charset="0"/>
                <a:cs typeface="OCRB" panose="020F0502020204030204" pitchFamily="34" charset="0"/>
              </a:endParaRPr>
            </a:p>
          </p:txBody>
        </p:sp>
        <p:pic>
          <p:nvPicPr>
            <p:cNvPr id="8" name="그림 7" descr="상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1304DF66-0B2F-194D-7D42-2FA0CDC9E2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0192" y="467461"/>
              <a:ext cx="1365188" cy="1419362"/>
            </a:xfrm>
            <a:prstGeom prst="rect">
              <a:avLst/>
            </a:prstGeom>
          </p:spPr>
        </p:pic>
      </p:grpSp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2E68191C-04F3-09CC-E82D-4FCE251BDD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18064" y="5342105"/>
            <a:ext cx="7155872" cy="757130"/>
          </a:xfrm>
        </p:spPr>
        <p:txBody>
          <a:bodyPr>
            <a:noAutofit/>
          </a:bodyPr>
          <a:lstStyle>
            <a:lvl1pPr marL="0" indent="0" algn="ctr">
              <a:buNone/>
              <a:defRPr kumimoji="1" lang="ko-KR" altLang="en-US" sz="2200" b="1" i="0" u="none" strike="noStrike" kern="1200" cap="none" dirty="0" smtClean="0">
                <a:solidFill>
                  <a:schemeClr val="tx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en-US" altLang="ko-KR" dirty="0"/>
              <a:t>Affiliation</a:t>
            </a:r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B69574-8B51-A3EF-5EDC-FD8F1B089382}"/>
              </a:ext>
            </a:extLst>
          </p:cNvPr>
          <p:cNvSpPr/>
          <p:nvPr userDrawn="1"/>
        </p:nvSpPr>
        <p:spPr>
          <a:xfrm>
            <a:off x="-4965" y="6591300"/>
            <a:ext cx="4068000" cy="279414"/>
          </a:xfrm>
          <a:prstGeom prst="rect">
            <a:avLst/>
          </a:prstGeom>
          <a:solidFill>
            <a:srgbClr val="357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2812F9-2D99-0869-4E64-203A4F8CE4B3}"/>
              </a:ext>
            </a:extLst>
          </p:cNvPr>
          <p:cNvSpPr/>
          <p:nvPr userDrawn="1"/>
        </p:nvSpPr>
        <p:spPr>
          <a:xfrm>
            <a:off x="4066170" y="6591300"/>
            <a:ext cx="4068000" cy="279414"/>
          </a:xfrm>
          <a:prstGeom prst="rect">
            <a:avLst/>
          </a:prstGeom>
          <a:solidFill>
            <a:srgbClr val="394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DA3201-85CD-B44B-55BB-21312CEAB79A}"/>
              </a:ext>
            </a:extLst>
          </p:cNvPr>
          <p:cNvSpPr/>
          <p:nvPr userDrawn="1"/>
        </p:nvSpPr>
        <p:spPr>
          <a:xfrm>
            <a:off x="8137304" y="6591300"/>
            <a:ext cx="4068000" cy="279414"/>
          </a:xfrm>
          <a:prstGeom prst="rect">
            <a:avLst/>
          </a:prstGeom>
          <a:solidFill>
            <a:srgbClr val="C54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457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E6E195B-75EC-8915-7B3A-DF82D2D961DA}"/>
              </a:ext>
            </a:extLst>
          </p:cNvPr>
          <p:cNvSpPr/>
          <p:nvPr userDrawn="1"/>
        </p:nvSpPr>
        <p:spPr>
          <a:xfrm>
            <a:off x="609599" y="6591300"/>
            <a:ext cx="10972801" cy="279414"/>
          </a:xfrm>
          <a:prstGeom prst="rect">
            <a:avLst/>
          </a:prstGeom>
          <a:solidFill>
            <a:srgbClr val="394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F789775B-C4A5-D97D-3A0E-80C6B0A427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599" y="1131063"/>
            <a:ext cx="10972801" cy="5226905"/>
          </a:xfrm>
        </p:spPr>
        <p:txBody>
          <a:bodyPr>
            <a:noAutofit/>
          </a:bodyPr>
          <a:lstStyle>
            <a:lvl1pPr marL="274638" indent="-274638" algn="l" defTabSz="685800" rtl="0" eaLnBrk="1" latin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4472C4">
                  <a:lumMod val="75000"/>
                </a:srgbClr>
              </a:buClr>
              <a:buFontTx/>
              <a:buBlip>
                <a:blip r:embed="rId2"/>
              </a:buBlip>
              <a:tabLst/>
              <a:defRPr lang="ko-KR" altLang="en-US" sz="2400" b="1" kern="1200" dirty="0" smtClean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23888" indent="-166688" algn="l" defTabSz="685800" rtl="0" eaLnBrk="1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Tx/>
              <a:tabLst/>
              <a:defRPr lang="ko-KR" altLang="en-US" sz="1600" kern="1200" baseline="0" dirty="0" smtClean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84250" indent="-169863" algn="l" defTabSz="685800" rtl="0" eaLnBrk="1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Tx/>
              <a:tabLst/>
              <a:defRPr lang="ko-KR" altLang="en-US" sz="1400" kern="1200" baseline="0" dirty="0" smtClean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90638" indent="-190500" algn="l" defTabSz="685800" rtl="0" eaLnBrk="1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Tx/>
              <a:tabLst/>
              <a:defRPr lang="ko-KR" altLang="en-US" sz="1200" kern="1200" baseline="0" dirty="0" smtClean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512888" indent="-158750" algn="l" defTabSz="685800" rtl="0" eaLnBrk="1">
              <a:lnSpc>
                <a:spcPct val="100000"/>
              </a:lnSpc>
              <a:spcAft>
                <a:spcPts val="600"/>
              </a:spcAft>
              <a:buClr>
                <a:schemeClr val="tx1"/>
              </a:buClr>
              <a:buFontTx/>
              <a:tabLst/>
              <a:defRPr lang="ko-KR" altLang="en-US" sz="1200" kern="1200" baseline="0" dirty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R" altLang="en-US" dirty="0"/>
          </a:p>
        </p:txBody>
      </p:sp>
      <p:sp>
        <p:nvSpPr>
          <p:cNvPr id="15" name="제목 14">
            <a:extLst>
              <a:ext uri="{FF2B5EF4-FFF2-40B4-BE49-F238E27FC236}">
                <a16:creationId xmlns:a16="http://schemas.microsoft.com/office/drawing/2014/main" id="{259442E8-447B-3316-9F06-4C90F92E1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778"/>
            <a:ext cx="9251354" cy="507831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defTabSz="457200" latinLnBrk="0"/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DEA19B17-2D5E-0947-338C-780DBE006380}"/>
              </a:ext>
            </a:extLst>
          </p:cNvPr>
          <p:cNvSpPr txBox="1">
            <a:spLocks/>
          </p:cNvSpPr>
          <p:nvPr userDrawn="1"/>
        </p:nvSpPr>
        <p:spPr>
          <a:xfrm>
            <a:off x="11175100" y="6622976"/>
            <a:ext cx="407299" cy="252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1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C6D37-C8D3-42A8-A67D-29449121FFC2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6" name="날짜 개체 틀 10">
            <a:extLst>
              <a:ext uri="{FF2B5EF4-FFF2-40B4-BE49-F238E27FC236}">
                <a16:creationId xmlns:a16="http://schemas.microsoft.com/office/drawing/2014/main" id="{9E801F04-7B42-3854-9982-AF2DBB0827F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335" y="6605007"/>
            <a:ext cx="1023257" cy="252000"/>
          </a:xfrm>
        </p:spPr>
        <p:txBody>
          <a:bodyPr vert="horz" lIns="0" tIns="45720" rIns="0" bIns="45720" rtlCol="0" anchor="ctr"/>
          <a:lstStyle>
            <a:lvl1pPr algn="ctr">
              <a:defRPr lang="ko-KR" altLang="en-US" sz="1200" b="1" smtClean="0">
                <a:solidFill>
                  <a:schemeClr val="bg1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defRPr>
            </a:lvl1pPr>
          </a:lstStyle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6F247E-16D8-6950-5C1A-3681B71BB512}"/>
              </a:ext>
            </a:extLst>
          </p:cNvPr>
          <p:cNvSpPr/>
          <p:nvPr userDrawn="1"/>
        </p:nvSpPr>
        <p:spPr>
          <a:xfrm>
            <a:off x="609600" y="790620"/>
            <a:ext cx="8034440" cy="102760"/>
          </a:xfrm>
          <a:prstGeom prst="rect">
            <a:avLst/>
          </a:prstGeom>
          <a:solidFill>
            <a:srgbClr val="3570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DBFE30-9017-A3FC-4F42-AB48CA5278EE}"/>
              </a:ext>
            </a:extLst>
          </p:cNvPr>
          <p:cNvSpPr/>
          <p:nvPr userDrawn="1"/>
        </p:nvSpPr>
        <p:spPr>
          <a:xfrm>
            <a:off x="8644041" y="790620"/>
            <a:ext cx="2938360" cy="102760"/>
          </a:xfrm>
          <a:prstGeom prst="rect">
            <a:avLst/>
          </a:prstGeom>
          <a:solidFill>
            <a:srgbClr val="C542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날짜 개체 틀 10">
            <a:extLst>
              <a:ext uri="{FF2B5EF4-FFF2-40B4-BE49-F238E27FC236}">
                <a16:creationId xmlns:a16="http://schemas.microsoft.com/office/drawing/2014/main" id="{E67F640C-4248-93BA-ECD9-E91AF1AFA0B6}"/>
              </a:ext>
            </a:extLst>
          </p:cNvPr>
          <p:cNvSpPr txBox="1">
            <a:spLocks/>
          </p:cNvSpPr>
          <p:nvPr userDrawn="1"/>
        </p:nvSpPr>
        <p:spPr>
          <a:xfrm>
            <a:off x="4134580" y="6605007"/>
            <a:ext cx="3922840" cy="252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ko-KR" altLang="en-US" sz="1200" b="1" kern="1200" smtClean="0">
                <a:solidFill>
                  <a:schemeClr val="bg1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1"/>
            <a:r>
              <a:rPr lang="en-US" altLang="ko-KR" dirty="0"/>
              <a:t>DGIST Intelligent Systems and Learning Laboratory</a:t>
            </a:r>
          </a:p>
        </p:txBody>
      </p:sp>
    </p:spTree>
    <p:extLst>
      <p:ext uri="{BB962C8B-B14F-4D97-AF65-F5344CB8AC3E}">
        <p14:creationId xmlns:p14="http://schemas.microsoft.com/office/powerpoint/2010/main" val="249631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E6E195B-75EC-8915-7B3A-DF82D2D961DA}"/>
              </a:ext>
            </a:extLst>
          </p:cNvPr>
          <p:cNvSpPr/>
          <p:nvPr userDrawn="1"/>
        </p:nvSpPr>
        <p:spPr>
          <a:xfrm>
            <a:off x="609599" y="6591300"/>
            <a:ext cx="10972801" cy="279414"/>
          </a:xfrm>
          <a:prstGeom prst="rect">
            <a:avLst/>
          </a:prstGeom>
          <a:solidFill>
            <a:srgbClr val="3942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DEA19B17-2D5E-0947-338C-780DBE006380}"/>
              </a:ext>
            </a:extLst>
          </p:cNvPr>
          <p:cNvSpPr txBox="1">
            <a:spLocks/>
          </p:cNvSpPr>
          <p:nvPr userDrawn="1"/>
        </p:nvSpPr>
        <p:spPr>
          <a:xfrm>
            <a:off x="11175100" y="6622976"/>
            <a:ext cx="407299" cy="252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100" b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9C6D37-C8D3-42A8-A67D-29449121FFC2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6" name="날짜 개체 틀 10">
            <a:extLst>
              <a:ext uri="{FF2B5EF4-FFF2-40B4-BE49-F238E27FC236}">
                <a16:creationId xmlns:a16="http://schemas.microsoft.com/office/drawing/2014/main" id="{9E801F04-7B42-3854-9982-AF2DBB0827F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335" y="6605007"/>
            <a:ext cx="1023257" cy="252000"/>
          </a:xfrm>
        </p:spPr>
        <p:txBody>
          <a:bodyPr vert="horz" lIns="0" tIns="45720" rIns="0" bIns="45720" rtlCol="0" anchor="ctr"/>
          <a:lstStyle>
            <a:lvl1pPr algn="ctr">
              <a:defRPr lang="ko-KR" altLang="en-US" sz="1200" b="1" smtClean="0">
                <a:solidFill>
                  <a:schemeClr val="bg1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defRPr>
            </a:lvl1pPr>
          </a:lstStyle>
          <a:p>
            <a:pPr defTabSz="914400" latinLnBrk="1"/>
            <a:fld id="{3A835396-436C-1A48-96AD-87C8A39B0511}" type="datetime1">
              <a:rPr lang="ko-KR" altLang="en-US" smtClean="0"/>
              <a:t>2026-08-16</a:t>
            </a:fld>
            <a:endParaRPr lang="en-US" altLang="ko-KR" dirty="0"/>
          </a:p>
        </p:txBody>
      </p:sp>
      <p:sp>
        <p:nvSpPr>
          <p:cNvPr id="8" name="날짜 개체 틀 10">
            <a:extLst>
              <a:ext uri="{FF2B5EF4-FFF2-40B4-BE49-F238E27FC236}">
                <a16:creationId xmlns:a16="http://schemas.microsoft.com/office/drawing/2014/main" id="{E67F640C-4248-93BA-ECD9-E91AF1AFA0B6}"/>
              </a:ext>
            </a:extLst>
          </p:cNvPr>
          <p:cNvSpPr txBox="1">
            <a:spLocks/>
          </p:cNvSpPr>
          <p:nvPr userDrawn="1"/>
        </p:nvSpPr>
        <p:spPr>
          <a:xfrm>
            <a:off x="4134580" y="6605007"/>
            <a:ext cx="3922840" cy="252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ko-KR" altLang="en-US" sz="1200" b="1" kern="1200" smtClean="0">
                <a:solidFill>
                  <a:schemeClr val="bg1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latinLnBrk="1"/>
            <a:r>
              <a:rPr lang="en-US" altLang="ko-KR" dirty="0"/>
              <a:t>DGIST Intelligent Systems and Learning Laboratory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8B776-4427-924B-4157-84671D60DD9B}"/>
              </a:ext>
            </a:extLst>
          </p:cNvPr>
          <p:cNvSpPr txBox="1"/>
          <p:nvPr userDrawn="1"/>
        </p:nvSpPr>
        <p:spPr>
          <a:xfrm>
            <a:off x="674335" y="3013501"/>
            <a:ext cx="609600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685800" rtl="0" eaLnBrk="1" latinLnBrk="0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rgbClr val="4472C4">
                  <a:lumMod val="75000"/>
                </a:srgbClr>
              </a:buClr>
              <a:buFontTx/>
              <a:buNone/>
              <a:tabLst/>
            </a:pPr>
            <a:r>
              <a:rPr kumimoji="1" lang="en-US" altLang="ko-KR" sz="4400" b="1" kern="1200" dirty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Thank You!</a:t>
            </a:r>
            <a:endParaRPr kumimoji="1" lang="ko-KR" altLang="en-US" sz="4400" b="1" kern="1200" dirty="0">
              <a:solidFill>
                <a:prstClr val="black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187D055-B75E-2B60-4729-C383412B3A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552" y="4108833"/>
            <a:ext cx="5257447" cy="914400"/>
          </a:xfrm>
        </p:spPr>
        <p:txBody>
          <a:bodyPr>
            <a:normAutofit/>
          </a:bodyPr>
          <a:lstStyle>
            <a:lvl1pPr marL="0" indent="0">
              <a:buNone/>
              <a:defRPr kumimoji="1" lang="ko-KR" altLang="en-US" sz="2400" b="1" kern="1200" dirty="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ko-KR" dirty="0"/>
              <a:t>Contact: [name], [email address]</a:t>
            </a:r>
            <a:endParaRPr kumimoji="1"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C38720-9EF8-B83D-A327-AC4051351BFA}"/>
              </a:ext>
            </a:extLst>
          </p:cNvPr>
          <p:cNvGrpSpPr/>
          <p:nvPr userDrawn="1"/>
        </p:nvGrpSpPr>
        <p:grpSpPr>
          <a:xfrm>
            <a:off x="7876873" y="172574"/>
            <a:ext cx="4143369" cy="1015547"/>
            <a:chOff x="2392856" y="467461"/>
            <a:chExt cx="5790904" cy="1419362"/>
          </a:xfrm>
        </p:grpSpPr>
        <p:pic>
          <p:nvPicPr>
            <p:cNvPr id="3" name="Picture 9" descr="C:\Users\Administrator\Desktop\UI\ui_apply.jpg">
              <a:extLst>
                <a:ext uri="{FF2B5EF4-FFF2-40B4-BE49-F238E27FC236}">
                  <a16:creationId xmlns:a16="http://schemas.microsoft.com/office/drawing/2014/main" id="{DE8D80A7-4246-5590-6742-F4A9417439A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907"/>
            <a:stretch/>
          </p:blipFill>
          <p:spPr bwMode="auto">
            <a:xfrm>
              <a:off x="2392856" y="696898"/>
              <a:ext cx="2800022" cy="914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9165824B-DC36-1E9D-31CD-B187899567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041501" y="619577"/>
              <a:ext cx="1142259" cy="1068664"/>
            </a:xfrm>
            <a:prstGeom prst="rect">
              <a:avLst/>
            </a:prstGeom>
          </p:spPr>
          <p:txBody>
            <a:bodyPr vert="horz" lIns="0" tIns="0" rIns="0" bIns="0" anchor="ctr">
              <a:noAutofit/>
            </a:bodyPr>
            <a:lstStyle>
              <a:lvl1pPr algn="l" rtl="0" eaLnBrk="1" latinLnBrk="1" hangingPunct="1">
                <a:spcBef>
                  <a:spcPct val="0"/>
                </a:spcBef>
                <a:buNone/>
                <a:defRPr kumimoji="0" sz="20400" b="0" kern="1200">
                  <a:ln>
                    <a:noFill/>
                  </a:ln>
                  <a:solidFill>
                    <a:schemeClr val="tx2"/>
                  </a:solidFill>
                  <a:effectLst/>
                  <a:latin typeface="+mj-lt"/>
                  <a:ea typeface="+mj-ea"/>
                  <a:cs typeface="+mj-cs"/>
                </a:defRPr>
              </a:lvl1pPr>
            </a:lstStyle>
            <a:p>
              <a:pPr defTabSz="914400"/>
              <a:r>
                <a:rPr lang="en-US" altLang="ko-KR" sz="2400" b="1" dirty="0">
                  <a:solidFill>
                    <a:srgbClr val="448584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I</a:t>
              </a:r>
              <a:r>
                <a:rPr lang="en-US" altLang="ko-KR" sz="2400" b="1" dirty="0">
                  <a:solidFill>
                    <a:schemeClr val="accent6">
                      <a:lumMod val="25000"/>
                    </a:schemeClr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S</a:t>
              </a:r>
              <a:r>
                <a:rPr lang="en-US" altLang="ko-KR" sz="2400" b="1" dirty="0">
                  <a:solidFill>
                    <a:srgbClr val="E25D32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L </a:t>
              </a:r>
              <a:br>
                <a:rPr lang="en-US" altLang="ko-KR" sz="2400" b="1" dirty="0">
                  <a:solidFill>
                    <a:srgbClr val="E25D32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</a:br>
              <a:r>
                <a:rPr lang="en-US" altLang="ko-KR" sz="2400" dirty="0">
                  <a:solidFill>
                    <a:schemeClr val="tx1"/>
                  </a:solidFill>
                  <a:latin typeface="OCRB" panose="020F0502020204030204" pitchFamily="34" charset="0"/>
                  <a:cs typeface="OCRB" panose="020F0502020204030204" pitchFamily="34" charset="0"/>
                </a:rPr>
                <a:t>Lab</a:t>
              </a:r>
              <a:endParaRPr lang="ko-KR" altLang="en-US" sz="2400" dirty="0">
                <a:solidFill>
                  <a:schemeClr val="tx1"/>
                </a:solidFill>
                <a:latin typeface="OCRB" panose="020F0502020204030204" pitchFamily="34" charset="0"/>
                <a:cs typeface="OCRB" panose="020F0502020204030204" pitchFamily="34" charset="0"/>
              </a:endParaRPr>
            </a:p>
          </p:txBody>
        </p:sp>
        <p:pic>
          <p:nvPicPr>
            <p:cNvPr id="10" name="그림 9" descr="상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2E00D4F-1F05-B956-33CD-30E61FD823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0192" y="467461"/>
              <a:ext cx="1365188" cy="14193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694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569D2-5958-6D4D-B368-A56420731AA7}" type="datetime1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782F9-3909-460E-BC1E-CB60E02B24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99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9" r:id="rId3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77925-10AA-771F-DCE6-442FCCB9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175" y="1858689"/>
            <a:ext cx="9663540" cy="1754326"/>
          </a:xfrm>
        </p:spPr>
        <p:txBody>
          <a:bodyPr/>
          <a:lstStyle/>
          <a:p>
            <a:r>
              <a:rPr kumimoji="1" lang="en-US" altLang="ko-KR" dirty="0"/>
              <a:t>Real-Time Execution of Action Chunking Flow Policies</a:t>
            </a:r>
            <a:br>
              <a:rPr kumimoji="1" lang="en-US" altLang="ko-KR" dirty="0"/>
            </a:br>
            <a:r>
              <a:rPr kumimoji="1" lang="en-US" altLang="ko-KR" sz="3600" b="0" dirty="0"/>
              <a:t>(</a:t>
            </a:r>
            <a:r>
              <a:rPr kumimoji="1" lang="en-US" altLang="ko-KR" sz="3600" b="0" dirty="0" err="1"/>
              <a:t>NeurIPS</a:t>
            </a:r>
            <a:r>
              <a:rPr kumimoji="1" lang="en-US" altLang="ko-KR" sz="3600" b="0" dirty="0"/>
              <a:t> 2026)</a:t>
            </a:r>
            <a:endParaRPr kumimoji="1" lang="en-US" altLang="ko-KR" sz="3200" b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8DC61A-50FC-BD25-9CA1-7CF4BF8F8B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dirty="0"/>
              <a:t>Undergrad Intern at EECS DGIST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0138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7B9931-B3B7-B150-E4A7-1088316C2B2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0" dirty="0"/>
              <a:t>VLA</a:t>
            </a:r>
            <a:r>
              <a:rPr lang="ko-KR" altLang="en-US" b="0" dirty="0"/>
              <a:t>의 높은 지연 시간으로 인해 </a:t>
            </a:r>
            <a:r>
              <a:rPr lang="en-US" altLang="ko-KR" b="0" dirty="0"/>
              <a:t>action</a:t>
            </a:r>
            <a:r>
              <a:rPr lang="ko-KR" altLang="en-US" b="0" dirty="0"/>
              <a:t>이 멈추거나 끊어짐</a:t>
            </a:r>
            <a:endParaRPr lang="en-US" altLang="ko-KR" b="0" dirty="0"/>
          </a:p>
          <a:p>
            <a:pPr>
              <a:lnSpc>
                <a:spcPct val="100000"/>
              </a:lnSpc>
            </a:pPr>
            <a:r>
              <a:rPr lang="en-US" altLang="ko-KR" b="0" dirty="0"/>
              <a:t>Action chunk</a:t>
            </a:r>
            <a:r>
              <a:rPr lang="ko-KR" altLang="en-US" b="0" dirty="0"/>
              <a:t> 기반 모델에서 다음 </a:t>
            </a:r>
            <a:r>
              <a:rPr lang="en-US" altLang="ko-KR" b="0" dirty="0"/>
              <a:t>chunk</a:t>
            </a:r>
            <a:r>
              <a:rPr lang="ko-KR" altLang="en-US" b="0" dirty="0"/>
              <a:t>로 넘어갈 때 동작이 어색해짐</a:t>
            </a:r>
            <a:endParaRPr lang="en-US" altLang="ko-KR" b="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7C7854C-C8B0-C204-64A1-852D07BF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15742E-65F4-E8BA-00B1-6318B221B6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68D9C0-24BD-07C8-4A95-49C907F7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773" y="2413591"/>
            <a:ext cx="8592452" cy="38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0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47D0-C1AE-0F57-21FA-9B23CE2E2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3421A8C-E885-7240-58AA-65CCFD47D6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0" dirty="0"/>
              <a:t>Naïve Synchronous: next</a:t>
            </a:r>
            <a:r>
              <a:rPr lang="ko-KR" altLang="en-US" b="0" dirty="0"/>
              <a:t> </a:t>
            </a:r>
            <a:r>
              <a:rPr lang="en-US" altLang="ko-KR" b="0" dirty="0"/>
              <a:t>chunk</a:t>
            </a:r>
            <a:r>
              <a:rPr lang="ko-KR" altLang="en-US" b="0" dirty="0"/>
              <a:t>가 준비될 때까지 로봇이 멈춰야 함</a:t>
            </a:r>
            <a:endParaRPr lang="en-US" altLang="ko-KR" b="0" dirty="0"/>
          </a:p>
          <a:p>
            <a:pPr>
              <a:lnSpc>
                <a:spcPct val="100000"/>
              </a:lnSpc>
            </a:pPr>
            <a:r>
              <a:rPr lang="en-US" altLang="ko-KR" b="0" dirty="0"/>
              <a:t>Naïve Asynchronous: new</a:t>
            </a:r>
            <a:r>
              <a:rPr lang="ko-KR" altLang="en-US" b="0" dirty="0"/>
              <a:t> </a:t>
            </a:r>
            <a:r>
              <a:rPr lang="en-US" altLang="ko-KR" b="0" dirty="0" err="1"/>
              <a:t>chunck</a:t>
            </a:r>
            <a:r>
              <a:rPr lang="ko-KR" altLang="en-US" b="0" dirty="0"/>
              <a:t>가 시작되는 시점과 이전 동작이 불연속적임</a:t>
            </a:r>
            <a:endParaRPr lang="en-US" altLang="ko-KR" b="0" dirty="0"/>
          </a:p>
          <a:p>
            <a:pPr>
              <a:lnSpc>
                <a:spcPct val="100000"/>
              </a:lnSpc>
            </a:pPr>
            <a:r>
              <a:rPr lang="en-US" altLang="ko-KR" b="0" dirty="0"/>
              <a:t>Temporal </a:t>
            </a:r>
            <a:r>
              <a:rPr lang="en-US" altLang="ko-KR" b="0" dirty="0" err="1"/>
              <a:t>Ensembling</a:t>
            </a:r>
            <a:r>
              <a:rPr lang="en-US" altLang="ko-KR" b="0" dirty="0"/>
              <a:t>: Multimodality</a:t>
            </a:r>
            <a:r>
              <a:rPr lang="ko-KR" altLang="en-US" b="0" dirty="0"/>
              <a:t>를 가진 데이터에서 잘못된 평균 </a:t>
            </a:r>
            <a:r>
              <a:rPr lang="en-US" altLang="ko-KR" b="0" dirty="0"/>
              <a:t>action</a:t>
            </a:r>
            <a:r>
              <a:rPr lang="ko-KR" altLang="en-US" b="0" dirty="0"/>
              <a:t>을 생성할 수 있음</a:t>
            </a:r>
            <a:endParaRPr lang="en-US" altLang="ko-KR" b="0" dirty="0"/>
          </a:p>
          <a:p>
            <a:pPr lvl="1"/>
            <a:r>
              <a:rPr lang="ko-KR" altLang="ko-KR" dirty="0" err="1"/>
              <a:t>Temporal</a:t>
            </a:r>
            <a:r>
              <a:rPr lang="ko-KR" altLang="ko-KR" dirty="0"/>
              <a:t> </a:t>
            </a:r>
            <a:r>
              <a:rPr lang="ko-KR" altLang="ko-KR" dirty="0" err="1"/>
              <a:t>Ensembling</a:t>
            </a:r>
            <a:r>
              <a:rPr lang="ko-KR" altLang="ko-KR" dirty="0"/>
              <a:t>: </a:t>
            </a:r>
            <a:r>
              <a:rPr lang="ko-KR" altLang="ko-KR" dirty="0" err="1"/>
              <a:t>Learning</a:t>
            </a:r>
            <a:r>
              <a:rPr lang="ko-KR" altLang="ko-KR" dirty="0"/>
              <a:t> </a:t>
            </a:r>
            <a:r>
              <a:rPr lang="ko-KR" altLang="ko-KR" dirty="0" err="1"/>
              <a:t>Fine-Grained</a:t>
            </a:r>
            <a:r>
              <a:rPr lang="ko-KR" altLang="ko-KR" dirty="0"/>
              <a:t> </a:t>
            </a:r>
            <a:r>
              <a:rPr lang="ko-KR" altLang="ko-KR" dirty="0" err="1"/>
              <a:t>Bimanual</a:t>
            </a:r>
            <a:r>
              <a:rPr lang="ko-KR" altLang="ko-KR" dirty="0"/>
              <a:t> </a:t>
            </a:r>
            <a:r>
              <a:rPr lang="ko-KR" altLang="ko-KR" dirty="0" err="1"/>
              <a:t>Manipulation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</a:t>
            </a:r>
            <a:r>
              <a:rPr lang="ko-KR" altLang="ko-KR" dirty="0" err="1"/>
              <a:t>Low-Cost</a:t>
            </a:r>
            <a:r>
              <a:rPr lang="ko-KR" altLang="ko-KR" dirty="0"/>
              <a:t> </a:t>
            </a:r>
            <a:r>
              <a:rPr lang="ko-KR" altLang="ko-KR" dirty="0" err="1"/>
              <a:t>Hardware</a:t>
            </a:r>
            <a:r>
              <a:rPr lang="en-US" altLang="ko-KR" dirty="0"/>
              <a:t>(ICML 2023 workshop)</a:t>
            </a:r>
            <a:endParaRPr lang="en-US" altLang="ko-KR" b="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BA7F75-49F1-837F-5ABA-7809A423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Motivation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6B53B-9A18-DAE4-E3AC-4687BC2B94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25A622-18C6-B8FF-69A4-E231708AD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625" y="3429001"/>
            <a:ext cx="5621802" cy="312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0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6E3BE-A86E-8D82-CEDE-F2BBC7AD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8E4E29B-C4DD-27FF-939D-6686626F37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실시간 </a:t>
            </a:r>
            <a:r>
              <a:rPr lang="en-US" altLang="ko-KR" dirty="0"/>
              <a:t>action chunking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1C4AE7-BBAB-615A-3903-CC499DF3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CD6EA-4FD0-A8D7-C1B6-ED1B324830E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23EE78-B773-4718-B745-9EC797C9C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688438"/>
            <a:ext cx="7357925" cy="28617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4AC936D-F228-9B6C-15B6-23BAAFB55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866" y="2688438"/>
            <a:ext cx="3647281" cy="317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12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5CE1-5710-6DAA-3119-F81AC143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D92D761-0744-F606-BFC4-6768D430AA6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2</a:t>
                </a:r>
                <a:r>
                  <a:rPr lang="ko-KR" altLang="en-US" dirty="0"/>
                  <a:t>개의 스레드를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사용</a:t>
                </a:r>
                <a:endParaRPr lang="en-US" altLang="ko-KR" dirty="0"/>
              </a:p>
              <a:p>
                <a:r>
                  <a:rPr lang="en-US" altLang="ko-KR" dirty="0"/>
                  <a:t>GETACTION</a:t>
                </a:r>
              </a:p>
              <a:p>
                <a:pPr lvl="1"/>
                <a:r>
                  <a:rPr lang="ko-KR" altLang="en-US" dirty="0"/>
                  <a:t>로봇의 관측 정보 업데이트 및 다음 행동 신호를 보냄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현재 </a:t>
                </a:r>
                <a:r>
                  <a:rPr lang="en-US" altLang="ko-KR" dirty="0"/>
                  <a:t>action</a:t>
                </a:r>
                <a:r>
                  <a:rPr lang="ko-KR" altLang="en-US" dirty="0"/>
                  <a:t>을 실행</a:t>
                </a:r>
                <a:endParaRPr lang="en-US" altLang="ko-KR" dirty="0"/>
              </a:p>
              <a:p>
                <a:r>
                  <a:rPr lang="en-US" altLang="ko-KR" dirty="0"/>
                  <a:t>INFERENCELOOP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번만큼 기존 </a:t>
                </a:r>
                <a:r>
                  <a:rPr lang="en-US" altLang="ko-KR" dirty="0"/>
                  <a:t>action</a:t>
                </a:r>
                <a:r>
                  <a:rPr lang="ko-KR" altLang="en-US" dirty="0"/>
                  <a:t>을 실행할 때까지 기다렸다가</a:t>
                </a:r>
                <a:br>
                  <a:rPr lang="en-US" altLang="ko-KR" dirty="0"/>
                </a:br>
                <a:r>
                  <a:rPr lang="ko-KR" altLang="en-US" dirty="0"/>
                  <a:t>남은 미래 궤적을 추론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최근의 추론 </a:t>
                </a:r>
                <a:r>
                  <a:rPr lang="en-US" altLang="ko-KR" dirty="0"/>
                  <a:t>delay</a:t>
                </a:r>
                <a:r>
                  <a:rPr lang="ko-KR" altLang="en-US" dirty="0"/>
                  <a:t>를 확인하여 다음 추론 시간 예측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추론하는 동안 </a:t>
                </a:r>
                <a:r>
                  <a:rPr lang="en-US" altLang="ko-KR" dirty="0"/>
                  <a:t>GETACTION</a:t>
                </a:r>
                <a:r>
                  <a:rPr lang="ko-KR" altLang="en-US" dirty="0"/>
                  <a:t>은 기존 </a:t>
                </a:r>
                <a:r>
                  <a:rPr lang="en-US" altLang="ko-KR" dirty="0"/>
                  <a:t>chunk </a:t>
                </a:r>
                <a:r>
                  <a:rPr lang="ko-KR" altLang="en-US" dirty="0"/>
                  <a:t>수행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추론이 끝나면 새로운 </a:t>
                </a:r>
                <a:r>
                  <a:rPr lang="en-US" altLang="ko-KR" dirty="0"/>
                  <a:t>action chunk</a:t>
                </a:r>
                <a:r>
                  <a:rPr lang="ko-KR" altLang="en-US" dirty="0"/>
                  <a:t>로 </a:t>
                </a:r>
                <a:r>
                  <a:rPr lang="en-US" altLang="ko-KR" dirty="0"/>
                  <a:t>swap</a:t>
                </a:r>
              </a:p>
              <a:p>
                <a:r>
                  <a:rPr lang="en-US" altLang="ko-KR" dirty="0"/>
                  <a:t>GUIDEDINFERENCE</a:t>
                </a:r>
              </a:p>
              <a:p>
                <a:pPr lvl="1"/>
                <a:r>
                  <a:rPr lang="en-US" altLang="ko-KR" dirty="0"/>
                  <a:t>Denoising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4D92D761-0744-F606-BFC4-6768D430A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3"/>
                <a:stretch>
                  <a:fillRect l="-833" t="-350" b="-1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4E561D2-ADAC-FFE2-EE7C-F9071369E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F5B3E-BA4C-27BC-BC41-2A4D96D318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1520E5-D2D2-3535-A9D6-B09523F08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238" y="159491"/>
            <a:ext cx="5486440" cy="23336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F9662B-68D7-5942-53D2-52C8D852A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238" y="2486516"/>
            <a:ext cx="5457865" cy="40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9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0BBC7-2090-ACCB-5107-7C6975BF0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58452B7-3934-838F-C3D6-C86AE5E0A6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Inference-Time Inpainting with Flow Matching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Soft Masking for Improved Cross-Chunk Continuity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80D772-4133-1409-CE54-2BB83931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20D4CC-00D2-0EA7-963B-C7156B29E5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DD42790-D500-27DE-8D8C-499B93E5A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788" y="2392433"/>
            <a:ext cx="2803438" cy="24390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B4D259-B14C-D08F-C8D5-B83EAC0D2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2172428"/>
            <a:ext cx="7475162" cy="59055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DD3439-3BD5-15A5-C647-C6C2DFC9F3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73" y="4014306"/>
            <a:ext cx="8118193" cy="96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3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76B5-2BB6-B824-6AEE-32B4CFED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0E2E6A4-197F-67E2-2922-FB91228EBD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Execution horizon vs. solve rate with a fixed inference delay of 1</a:t>
            </a:r>
          </a:p>
          <a:p>
            <a:r>
              <a:rPr lang="en-US" altLang="ko-KR" dirty="0"/>
              <a:t> Inference delay vs. solve rate with a fixed execution horizon of s = max(d, 1)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BB0414E-C1FB-ACBD-C983-925ACB71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DF04F-17C8-3263-CCEE-42E7BC47284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E68A73-5BD5-6D8B-3FC2-3F95A669A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592" y="2222272"/>
            <a:ext cx="8265042" cy="41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27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B63ED-5A7E-209A-F98B-22426720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3A3F4AB-ABAE-7035-2C8F-B45FF335E8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 Controller steps (equivalent to elapsed time with inference pauses removed multiplied by 50Hz)vs. cumulative progress for each task, aggregated across all delays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3200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F840AA4-AEDC-CB29-1C2B-F5B1EE541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8A572B-FDA0-9279-A9CB-DE84F01E54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A2CD5D5E-370D-244A-9482-06D773CDFC77}" type="datetime1">
              <a:rPr lang="ko-KR" altLang="en-US" smtClean="0"/>
              <a:t>2026-08-16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A2987E-D9EB-6B16-59C8-3F5C19DB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113" y="2096327"/>
            <a:ext cx="8406808" cy="450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3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2E470A-00AF-5B21-8870-715F67F8BE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400" latinLnBrk="1"/>
            <a:fld id="{3A835396-436C-1A48-96AD-87C8A39B0511}" type="datetime1">
              <a:rPr lang="ko-KR" altLang="en-US" smtClean="0"/>
              <a:t>2026-08-16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97189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_DGIST" id="{7FDA60AD-5712-A345-9CB6-0CCFE574621D}" vid="{01679735-4C26-E543-81AA-FF7461848C5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ffc1b0-6d32-46ed-91dd-dca2e26b6c7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FF378C5C5990C439D373E2260ED81B6" ma:contentTypeVersion="17" ma:contentTypeDescription="새 문서를 만듭니다." ma:contentTypeScope="" ma:versionID="8b933f3234f022d4c6e84230964d9333">
  <xsd:schema xmlns:xsd="http://www.w3.org/2001/XMLSchema" xmlns:xs="http://www.w3.org/2001/XMLSchema" xmlns:p="http://schemas.microsoft.com/office/2006/metadata/properties" xmlns:ns3="47ffc1b0-6d32-46ed-91dd-dca2e26b6c7a" xmlns:ns4="6fea85b4-eaec-489f-a3d2-52ba68c5ead5" targetNamespace="http://schemas.microsoft.com/office/2006/metadata/properties" ma:root="true" ma:fieldsID="00971474abcda1e2d5248ad1e6eb3a0d" ns3:_="" ns4:_="">
    <xsd:import namespace="47ffc1b0-6d32-46ed-91dd-dca2e26b6c7a"/>
    <xsd:import namespace="6fea85b4-eaec-489f-a3d2-52ba68c5ea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fc1b0-6d32-46ed-91dd-dca2e26b6c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a85b4-eaec-489f-a3d2-52ba68c5ead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F0D60E-DF54-460B-AF86-7C8720C134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192FC8-B85C-4573-9914-59DF2713B1BD}">
  <ds:schemaRefs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6fea85b4-eaec-489f-a3d2-52ba68c5ead5"/>
    <ds:schemaRef ds:uri="47ffc1b0-6d32-46ed-91dd-dca2e26b6c7a"/>
  </ds:schemaRefs>
</ds:datastoreItem>
</file>

<file path=customXml/itemProps3.xml><?xml version="1.0" encoding="utf-8"?>
<ds:datastoreItem xmlns:ds="http://schemas.openxmlformats.org/officeDocument/2006/customXml" ds:itemID="{2145A9E5-4604-40EB-ABE6-51F39D9593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ffc1b0-6d32-46ed-91dd-dca2e26b6c7a"/>
    <ds:schemaRef ds:uri="6fea85b4-eaec-489f-a3d2-52ba68c5ea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ISL_DGIST - 복사본</Template>
  <TotalTime>2220</TotalTime>
  <Words>527</Words>
  <Application>Microsoft Office PowerPoint</Application>
  <PresentationFormat>와이드스크린</PresentationFormat>
  <Paragraphs>65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Pretendard ExtraBold</vt:lpstr>
      <vt:lpstr>맑은 고딕</vt:lpstr>
      <vt:lpstr>Arial</vt:lpstr>
      <vt:lpstr>Calibri</vt:lpstr>
      <vt:lpstr>Calibri Light</vt:lpstr>
      <vt:lpstr>Cambria Math</vt:lpstr>
      <vt:lpstr>OCRB</vt:lpstr>
      <vt:lpstr>Office 2013 - 2022 테마</vt:lpstr>
      <vt:lpstr>Real-Time Execution of Action Chunking Flow Policies (NeurIPS 2026)</vt:lpstr>
      <vt:lpstr>Motivation</vt:lpstr>
      <vt:lpstr>Motivation</vt:lpstr>
      <vt:lpstr>Method</vt:lpstr>
      <vt:lpstr>Method</vt:lpstr>
      <vt:lpstr>Method</vt:lpstr>
      <vt:lpstr>Evaluation</vt:lpstr>
      <vt:lpstr>Evaluation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8</cp:revision>
  <dcterms:created xsi:type="dcterms:W3CDTF">2025-10-01T12:36:26Z</dcterms:created>
  <dcterms:modified xsi:type="dcterms:W3CDTF">2026-08-17T03:48:43Z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0x0101008FF378C5C5990C439D373E2260ED81B6</vt:lpwstr>
  </property>
</Properties>
</file>